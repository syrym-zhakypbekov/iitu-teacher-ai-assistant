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1: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Welcome to the Stress Test Course.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